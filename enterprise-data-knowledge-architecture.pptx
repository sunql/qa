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ch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267" y="0"/>
            <a:ext cx="732916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